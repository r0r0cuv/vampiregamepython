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23" r:id="rId4"/>
  </p:sldMasterIdLst>
  <p:sldIdLst>
    <p:sldId id="256" r:id="rId5"/>
    <p:sldId id="257" r:id="rId6"/>
    <p:sldId id="260" r:id="rId7"/>
    <p:sldId id="258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0B1DEA-6D75-4905-8B30-0DFF877226BC}" v="7" dt="2025-08-07T22:20:55.4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1" autoAdjust="0"/>
    <p:restoredTop sz="94671" autoAdjust="0"/>
  </p:normalViewPr>
  <p:slideViewPr>
    <p:cSldViewPr snapToGrid="0">
      <p:cViewPr>
        <p:scale>
          <a:sx n="94" d="100"/>
          <a:sy n="94" d="100"/>
        </p:scale>
        <p:origin x="66" y="-13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smtClean="0"/>
              <a:t>8/6/2025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622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smtClean="0"/>
              <a:t>8/6/2025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8391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smtClean="0"/>
              <a:t>8/6/2025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928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smtClean="0"/>
              <a:t>8/6/2025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824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smtClean="0"/>
              <a:t>8/6/2025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8466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smtClean="0"/>
              <a:t>8/6/2025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8209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smtClean="0"/>
              <a:t>8/6/2025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980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smtClean="0"/>
              <a:t>8/6/2025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8091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smtClean="0"/>
              <a:t>8/6/2025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927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8/6/2025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568206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8/6/2025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1483831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8/6/2025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428302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8/6/2025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8621931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8/6/2025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118398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smtClean="0"/>
              <a:t>8/6/2025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28112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smtClean="0"/>
              <a:t>8/6/2025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6180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BC1C18-307B-4F68-A007-B5B542270E8D}" type="datetimeFigureOut">
              <a:rPr lang="en-US" smtClean="0"/>
              <a:t>8/6/2025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7016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38" r:id="rId15"/>
    <p:sldLayoutId id="2147483739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IT 140 Design Presentation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</a:t>
            </a:r>
          </a:p>
          <a:p>
            <a:r>
              <a:rPr lang="en-US" sz="2800" b="1" dirty="0"/>
              <a:t>Rosalie </a:t>
            </a:r>
            <a:r>
              <a:rPr lang="en-US" sz="2800" b="1" dirty="0" err="1"/>
              <a:t>Reblora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43280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Storyboard: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1104" y="5609492"/>
            <a:ext cx="6589128" cy="65598859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14A8A82-0453-0AC7-79CE-AFD3A6A8A9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4" y="2840048"/>
            <a:ext cx="8993139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Great Hall — South → Bedroom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Bedroom — East → Cellar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Cellar — West → Bedroom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Any invalid direction → Display customized error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Every scene clearly describes exits and transitions for clarity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4786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938" y="391668"/>
            <a:ext cx="7958331" cy="1077229"/>
          </a:xfrm>
        </p:spPr>
        <p:txBody>
          <a:bodyPr>
            <a:normAutofit/>
          </a:bodyPr>
          <a:lstStyle/>
          <a:p>
            <a:r>
              <a:rPr lang="en-US" sz="4000" dirty="0"/>
              <a:t>Storyboard: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7782" y="1598750"/>
            <a:ext cx="3028068" cy="89946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200" dirty="0">
                <a:solidFill>
                  <a:schemeClr val="accent5"/>
                </a:solidFill>
              </a:rPr>
              <a:t>MOVE BETWEEN ROOMS GAMES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58" name="Group 4"/>
          <p:cNvGrpSpPr/>
          <p:nvPr/>
        </p:nvGrpSpPr>
        <p:grpSpPr>
          <a:xfrm>
            <a:off x="4131934" y="800862"/>
            <a:ext cx="4751641" cy="5665470"/>
            <a:chOff x="4019433" y="1071516"/>
            <a:chExt cx="4751641" cy="5665470"/>
          </a:xfrm>
        </p:grpSpPr>
        <p:grpSp>
          <p:nvGrpSpPr>
            <p:cNvPr id="35" name="Group 34"/>
            <p:cNvGrpSpPr/>
            <p:nvPr/>
          </p:nvGrpSpPr>
          <p:grpSpPr>
            <a:xfrm>
              <a:off x="6104709" y="4206511"/>
              <a:ext cx="1045210" cy="239395"/>
              <a:chOff x="0" y="0"/>
              <a:chExt cx="1045392" cy="239486"/>
            </a:xfrm>
          </p:grpSpPr>
          <p:cxnSp>
            <p:nvCxnSpPr>
              <p:cNvPr id="36" name="Straight Arrow Connector 35"/>
              <p:cNvCxnSpPr/>
              <p:nvPr/>
            </p:nvCxnSpPr>
            <p:spPr>
              <a:xfrm>
                <a:off x="0" y="239486"/>
                <a:ext cx="1045392" cy="0"/>
              </a:xfrm>
              <a:prstGeom prst="straightConnector1">
                <a:avLst/>
              </a:prstGeom>
              <a:ln w="95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7" name="Text Box 40"/>
              <p:cNvSpPr txBox="1"/>
              <p:nvPr/>
            </p:nvSpPr>
            <p:spPr>
              <a:xfrm flipH="1">
                <a:off x="304800" y="0"/>
                <a:ext cx="555171" cy="228600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10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East</a:t>
                </a:r>
              </a:p>
            </p:txBody>
          </p:sp>
        </p:grpSp>
        <p:sp>
          <p:nvSpPr>
            <p:cNvPr id="8" name="Text Box 8"/>
            <p:cNvSpPr txBox="1"/>
            <p:nvPr/>
          </p:nvSpPr>
          <p:spPr>
            <a:xfrm>
              <a:off x="7154364" y="4239531"/>
              <a:ext cx="1567180" cy="914400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prstClr val="black"/>
              </a:solidFill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  <a:r>
                <a:rPr lang="en-US" sz="12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CELLAR</a:t>
              </a:r>
              <a:endPara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 Box 11"/>
            <p:cNvSpPr txBox="1"/>
            <p:nvPr/>
          </p:nvSpPr>
          <p:spPr>
            <a:xfrm>
              <a:off x="4541974" y="5774326"/>
              <a:ext cx="1567180" cy="914400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prstClr val="black"/>
              </a:solidFill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BEDROOM</a:t>
              </a:r>
              <a:r>
                <a:rPr lang="en-US" sz="12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Text Box 12"/>
            <p:cNvSpPr txBox="1"/>
            <p:nvPr/>
          </p:nvSpPr>
          <p:spPr>
            <a:xfrm>
              <a:off x="4787084" y="2899681"/>
              <a:ext cx="1305560" cy="2024380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prstClr val="black"/>
              </a:solidFill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GREAT HALL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Text Box 31"/>
            <p:cNvSpPr txBox="1"/>
            <p:nvPr/>
          </p:nvSpPr>
          <p:spPr>
            <a:xfrm flipH="1">
              <a:off x="4542609" y="2312488"/>
              <a:ext cx="554990" cy="310242"/>
            </a:xfrm>
            <a:prstGeom prst="rect">
              <a:avLst/>
            </a:prstGeom>
            <a:solidFill>
              <a:schemeClr val="lt1"/>
            </a:solidFill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7" name="Group 16"/>
            <p:cNvGrpSpPr/>
            <p:nvPr/>
          </p:nvGrpSpPr>
          <p:grpSpPr>
            <a:xfrm>
              <a:off x="4428309" y="4941206"/>
              <a:ext cx="571500" cy="832485"/>
              <a:chOff x="0" y="0"/>
              <a:chExt cx="571500" cy="832757"/>
            </a:xfrm>
          </p:grpSpPr>
          <p:cxnSp>
            <p:nvCxnSpPr>
              <p:cNvPr id="18" name="Straight Arrow Connector 17"/>
              <p:cNvCxnSpPr/>
              <p:nvPr/>
            </p:nvCxnSpPr>
            <p:spPr>
              <a:xfrm flipV="1">
                <a:off x="571500" y="0"/>
                <a:ext cx="0" cy="83275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9" name="Text Box 32"/>
              <p:cNvSpPr txBox="1"/>
              <p:nvPr/>
            </p:nvSpPr>
            <p:spPr>
              <a:xfrm flipH="1">
                <a:off x="0" y="326571"/>
                <a:ext cx="555171" cy="310242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10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North</a:t>
                </a:r>
              </a:p>
            </p:txBody>
          </p:sp>
        </p:grpSp>
        <p:sp>
          <p:nvSpPr>
            <p:cNvPr id="22" name="Text Box 33"/>
            <p:cNvSpPr txBox="1"/>
            <p:nvPr/>
          </p:nvSpPr>
          <p:spPr>
            <a:xfrm flipH="1">
              <a:off x="7083879" y="3836256"/>
              <a:ext cx="554822" cy="310141"/>
            </a:xfrm>
            <a:prstGeom prst="rect">
              <a:avLst/>
            </a:prstGeom>
            <a:solidFill>
              <a:schemeClr val="lt1"/>
            </a:solidFill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6" name="Group 25"/>
            <p:cNvGrpSpPr/>
            <p:nvPr/>
          </p:nvGrpSpPr>
          <p:grpSpPr>
            <a:xfrm>
              <a:off x="5669099" y="4925331"/>
              <a:ext cx="587375" cy="848995"/>
              <a:chOff x="0" y="0"/>
              <a:chExt cx="587829" cy="849449"/>
            </a:xfrm>
          </p:grpSpPr>
          <p:cxnSp>
            <p:nvCxnSpPr>
              <p:cNvPr id="27" name="Straight Arrow Connector 26"/>
              <p:cNvCxnSpPr/>
              <p:nvPr/>
            </p:nvCxnSpPr>
            <p:spPr>
              <a:xfrm>
                <a:off x="0" y="0"/>
                <a:ext cx="0" cy="84944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8" name="Text Box 35"/>
              <p:cNvSpPr txBox="1"/>
              <p:nvPr/>
            </p:nvSpPr>
            <p:spPr>
              <a:xfrm flipH="1">
                <a:off x="32658" y="326571"/>
                <a:ext cx="555171" cy="310242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10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South</a:t>
                </a:r>
              </a:p>
            </p:txBody>
          </p:sp>
        </p:grpSp>
        <p:sp>
          <p:nvSpPr>
            <p:cNvPr id="31" name="Text Box 36"/>
            <p:cNvSpPr txBox="1"/>
            <p:nvPr/>
          </p:nvSpPr>
          <p:spPr>
            <a:xfrm flipH="1">
              <a:off x="8216332" y="3836256"/>
              <a:ext cx="554742" cy="310141"/>
            </a:xfrm>
            <a:prstGeom prst="rect">
              <a:avLst/>
            </a:prstGeom>
            <a:solidFill>
              <a:schemeClr val="lt1"/>
            </a:solidFill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Text Box 37"/>
            <p:cNvSpPr txBox="1"/>
            <p:nvPr/>
          </p:nvSpPr>
          <p:spPr>
            <a:xfrm flipH="1">
              <a:off x="6370817" y="1071516"/>
              <a:ext cx="555074" cy="228176"/>
            </a:xfrm>
            <a:prstGeom prst="rect">
              <a:avLst/>
            </a:prstGeom>
            <a:solidFill>
              <a:schemeClr val="lt1"/>
            </a:solidFill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Text Box 42"/>
            <p:cNvSpPr txBox="1"/>
            <p:nvPr/>
          </p:nvSpPr>
          <p:spPr>
            <a:xfrm flipH="1">
              <a:off x="4052208" y="3455306"/>
              <a:ext cx="555171" cy="228600"/>
            </a:xfrm>
            <a:prstGeom prst="rect">
              <a:avLst/>
            </a:prstGeom>
            <a:solidFill>
              <a:schemeClr val="lt1"/>
            </a:solidFill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Text Box 44"/>
            <p:cNvSpPr txBox="1"/>
            <p:nvPr/>
          </p:nvSpPr>
          <p:spPr>
            <a:xfrm flipH="1">
              <a:off x="6371122" y="6508624"/>
              <a:ext cx="554930" cy="228362"/>
            </a:xfrm>
            <a:prstGeom prst="rect">
              <a:avLst/>
            </a:prstGeom>
            <a:solidFill>
              <a:schemeClr val="lt1"/>
            </a:solidFill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50" name="Group 49"/>
            <p:cNvGrpSpPr/>
            <p:nvPr/>
          </p:nvGrpSpPr>
          <p:grpSpPr>
            <a:xfrm>
              <a:off x="6104709" y="4783726"/>
              <a:ext cx="1044575" cy="271780"/>
              <a:chOff x="0" y="0"/>
              <a:chExt cx="1045029" cy="272143"/>
            </a:xfrm>
          </p:grpSpPr>
          <p:cxnSp>
            <p:nvCxnSpPr>
              <p:cNvPr id="51" name="Straight Arrow Connector 50"/>
              <p:cNvCxnSpPr/>
              <p:nvPr/>
            </p:nvCxnSpPr>
            <p:spPr>
              <a:xfrm flipH="1">
                <a:off x="0" y="0"/>
                <a:ext cx="1045029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2" name="Text Box 46"/>
              <p:cNvSpPr txBox="1"/>
              <p:nvPr/>
            </p:nvSpPr>
            <p:spPr>
              <a:xfrm flipH="1">
                <a:off x="272143" y="43543"/>
                <a:ext cx="554990" cy="228600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10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West</a:t>
                </a:r>
              </a:p>
            </p:txBody>
          </p:sp>
        </p:grpSp>
        <p:sp>
          <p:nvSpPr>
            <p:cNvPr id="55" name="Text Box 47"/>
            <p:cNvSpPr txBox="1"/>
            <p:nvPr/>
          </p:nvSpPr>
          <p:spPr>
            <a:xfrm flipH="1">
              <a:off x="4019433" y="4157404"/>
              <a:ext cx="554862" cy="228177"/>
            </a:xfrm>
            <a:prstGeom prst="rect">
              <a:avLst/>
            </a:prstGeom>
            <a:solidFill>
              <a:schemeClr val="lt1"/>
            </a:solidFill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92667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863" y="291830"/>
            <a:ext cx="8596312" cy="1638570"/>
          </a:xfrm>
        </p:spPr>
        <p:txBody>
          <a:bodyPr>
            <a:normAutofit/>
          </a:bodyPr>
          <a:lstStyle/>
          <a:p>
            <a:r>
              <a:rPr lang="en-US" dirty="0"/>
              <a:t>Pseudocode or Flowchart: </a:t>
            </a:r>
            <a:br>
              <a:rPr lang="en-US" dirty="0"/>
            </a:br>
            <a:r>
              <a:rPr lang="en-US" dirty="0"/>
              <a:t>Move Between Rooms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8596312" cy="4311331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66F13B2-AD30-CA4C-D1DE-29E4C67B064F}"/>
              </a:ext>
            </a:extLst>
          </p:cNvPr>
          <p:cNvSpPr txBox="1"/>
          <p:nvPr/>
        </p:nvSpPr>
        <p:spPr>
          <a:xfrm>
            <a:off x="1597830" y="1452881"/>
            <a:ext cx="6662249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BEGIN</a:t>
            </a:r>
          </a:p>
          <a:p>
            <a:r>
              <a:rPr lang="en-US" sz="1200" dirty="0"/>
              <a:t>    SET </a:t>
            </a:r>
            <a:r>
              <a:rPr lang="en-US" sz="1200" dirty="0" err="1"/>
              <a:t>current_room</a:t>
            </a:r>
            <a:r>
              <a:rPr lang="en-US" sz="1200" dirty="0"/>
              <a:t> to 'Great Hall'</a:t>
            </a:r>
          </a:p>
          <a:p>
            <a:endParaRPr lang="en-US" sz="1200" dirty="0"/>
          </a:p>
          <a:p>
            <a:r>
              <a:rPr lang="en-US" sz="1200" dirty="0"/>
              <a:t>    LOOP while </a:t>
            </a:r>
            <a:r>
              <a:rPr lang="en-US" sz="1200" dirty="0" err="1"/>
              <a:t>current_room</a:t>
            </a:r>
            <a:r>
              <a:rPr lang="en-US" sz="1200" dirty="0"/>
              <a:t> is not 'exit':</a:t>
            </a:r>
          </a:p>
          <a:p>
            <a:r>
              <a:rPr lang="en-US" sz="1200" dirty="0"/>
              <a:t>        DISPLAY "You are in the [</a:t>
            </a:r>
            <a:r>
              <a:rPr lang="en-US" sz="1200" dirty="0" err="1"/>
              <a:t>current_room</a:t>
            </a:r>
            <a:r>
              <a:rPr lang="en-US" sz="1200" dirty="0"/>
              <a:t>]."</a:t>
            </a:r>
          </a:p>
          <a:p>
            <a:r>
              <a:rPr lang="en-US" sz="1200" dirty="0"/>
              <a:t>        PROMPT player: "Enter direction (North, South, East, West) or 'exit':"</a:t>
            </a:r>
          </a:p>
          <a:p>
            <a:r>
              <a:rPr lang="en-US" sz="1200" dirty="0"/>
              <a:t>        READ command</a:t>
            </a:r>
          </a:p>
          <a:p>
            <a:r>
              <a:rPr lang="en-US" sz="1200" dirty="0"/>
              <a:t>        CONVERT command to Title Case for consistency</a:t>
            </a:r>
          </a:p>
          <a:p>
            <a:endParaRPr lang="en-US" sz="1200" dirty="0"/>
          </a:p>
          <a:p>
            <a:r>
              <a:rPr lang="en-US" sz="1200" dirty="0"/>
              <a:t>        IF command is 'Exit':</a:t>
            </a:r>
          </a:p>
          <a:p>
            <a:r>
              <a:rPr lang="en-US" sz="1200" dirty="0"/>
              <a:t>            SET </a:t>
            </a:r>
            <a:r>
              <a:rPr lang="en-US" sz="1200" dirty="0" err="1"/>
              <a:t>current_room</a:t>
            </a:r>
            <a:r>
              <a:rPr lang="en-US" sz="1200" dirty="0"/>
              <a:t> to 'exit'</a:t>
            </a:r>
          </a:p>
          <a:p>
            <a:r>
              <a:rPr lang="en-US" sz="1200" dirty="0"/>
              <a:t>            DISPLAY "Thanks for playing! Goodbye."</a:t>
            </a:r>
          </a:p>
          <a:p>
            <a:endParaRPr lang="en-US" sz="1200" dirty="0"/>
          </a:p>
          <a:p>
            <a:r>
              <a:rPr lang="en-US" sz="1200" dirty="0"/>
              <a:t>        ELSE IF command exists as a key in rooms[</a:t>
            </a:r>
            <a:r>
              <a:rPr lang="en-US" sz="1200" dirty="0" err="1"/>
              <a:t>current_room</a:t>
            </a:r>
            <a:r>
              <a:rPr lang="en-US" sz="1200" dirty="0"/>
              <a:t>]:</a:t>
            </a:r>
          </a:p>
          <a:p>
            <a:r>
              <a:rPr lang="en-US" sz="1200" dirty="0"/>
              <a:t>            SET </a:t>
            </a:r>
            <a:r>
              <a:rPr lang="en-US" sz="1200" dirty="0" err="1"/>
              <a:t>current_room</a:t>
            </a:r>
            <a:r>
              <a:rPr lang="en-US" sz="1200" dirty="0"/>
              <a:t> to rooms[</a:t>
            </a:r>
            <a:r>
              <a:rPr lang="en-US" sz="1200" dirty="0" err="1"/>
              <a:t>current_room</a:t>
            </a:r>
            <a:r>
              <a:rPr lang="en-US" sz="1200" dirty="0"/>
              <a:t>][command]</a:t>
            </a:r>
          </a:p>
          <a:p>
            <a:endParaRPr lang="en-US" sz="1200" dirty="0"/>
          </a:p>
          <a:p>
            <a:r>
              <a:rPr lang="en-US" sz="1200" dirty="0"/>
              <a:t>        ELSE:</a:t>
            </a:r>
          </a:p>
          <a:p>
            <a:r>
              <a:rPr lang="en-US" sz="1200" dirty="0"/>
              <a:t>            DISPLAY "Invalid direction."</a:t>
            </a:r>
          </a:p>
          <a:p>
            <a:r>
              <a:rPr lang="en-US" sz="1200" dirty="0"/>
              <a:t>            IF </a:t>
            </a:r>
            <a:r>
              <a:rPr lang="en-US" sz="1200" dirty="0" err="1"/>
              <a:t>current_room</a:t>
            </a:r>
            <a:r>
              <a:rPr lang="en-US" sz="1200" dirty="0"/>
              <a:t> is 'Great Hall':</a:t>
            </a:r>
          </a:p>
          <a:p>
            <a:r>
              <a:rPr lang="en-US" sz="1200" dirty="0"/>
              <a:t>                DISPLAY "North, East, and West are invalid directions from the Great Hall."</a:t>
            </a:r>
          </a:p>
          <a:p>
            <a:r>
              <a:rPr lang="en-US" sz="1200" dirty="0"/>
              <a:t>            ELSE IF </a:t>
            </a:r>
            <a:r>
              <a:rPr lang="en-US" sz="1200" dirty="0" err="1"/>
              <a:t>current_room</a:t>
            </a:r>
            <a:r>
              <a:rPr lang="en-US" sz="1200" dirty="0"/>
              <a:t> is 'Bedroom':</a:t>
            </a:r>
          </a:p>
          <a:p>
            <a:r>
              <a:rPr lang="en-US" sz="1200" dirty="0"/>
              <a:t>                DISPLAY "West is an invalid direction from the Bedroom."</a:t>
            </a:r>
          </a:p>
          <a:p>
            <a:r>
              <a:rPr lang="en-US" sz="1200" dirty="0"/>
              <a:t>            ELSE IF </a:t>
            </a:r>
            <a:r>
              <a:rPr lang="en-US" sz="1200" dirty="0" err="1"/>
              <a:t>current_room</a:t>
            </a:r>
            <a:r>
              <a:rPr lang="en-US" sz="1200" dirty="0"/>
              <a:t> is 'Cellar':</a:t>
            </a:r>
          </a:p>
          <a:p>
            <a:r>
              <a:rPr lang="en-US" sz="1200" dirty="0"/>
              <a:t>                DISPLAY "East, North, and South are invalid directions from the Cellar."</a:t>
            </a:r>
          </a:p>
          <a:p>
            <a:r>
              <a:rPr lang="en-US" sz="1200" dirty="0"/>
              <a:t>            ENDIF</a:t>
            </a:r>
          </a:p>
          <a:p>
            <a:r>
              <a:rPr lang="en-US" sz="1200" dirty="0"/>
              <a:t>        ENDIF</a:t>
            </a:r>
          </a:p>
          <a:p>
            <a:r>
              <a:rPr lang="en-US" sz="1200" dirty="0"/>
              <a:t>    ENDLOOP</a:t>
            </a:r>
          </a:p>
          <a:p>
            <a:r>
              <a:rPr lang="en-US" sz="1200" dirty="0"/>
              <a:t>END</a:t>
            </a: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53580577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s xmlns="ff8a4b2e-b0c8-4039-a689-d1a7f36f4382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FC679AA94041F4BA4494D199A3447AF" ma:contentTypeVersion="13" ma:contentTypeDescription="Create a new document." ma:contentTypeScope="" ma:versionID="97abb28671660b3923b59ef28914b0fa">
  <xsd:schema xmlns:xsd="http://www.w3.org/2001/XMLSchema" xmlns:xs="http://www.w3.org/2001/XMLSchema" xmlns:p="http://schemas.microsoft.com/office/2006/metadata/properties" xmlns:ns2="ff8a4b2e-b0c8-4039-a689-d1a7f36f4382" xmlns:ns3="f716dd8a-49a0-4c40-b209-038e1651b548" targetNamespace="http://schemas.microsoft.com/office/2006/metadata/properties" ma:root="true" ma:fieldsID="4e295b7a5f2f4e3b5edda2fb01eec268" ns2:_="" ns3:_="">
    <xsd:import namespace="ff8a4b2e-b0c8-4039-a689-d1a7f36f4382"/>
    <xsd:import namespace="f716dd8a-49a0-4c40-b209-038e1651b54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Not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8a4b2e-b0c8-4039-a689-d1a7f36f43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Notes" ma:index="19" nillable="true" ma:displayName="Notes" ma:format="Dropdown" ma:internalName="Notes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16dd8a-49a0-4c40-b209-038e1651b54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2ED95EB-3526-4CE7-8060-15AB3204068D}">
  <ds:schemaRefs>
    <ds:schemaRef ds:uri="http://purl.org/dc/terms/"/>
    <ds:schemaRef ds:uri="http://purl.org/dc/elements/1.1/"/>
    <ds:schemaRef ds:uri="http://schemas.microsoft.com/office/2006/documentManagement/types"/>
    <ds:schemaRef ds:uri="ff8a4b2e-b0c8-4039-a689-d1a7f36f4382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f716dd8a-49a0-4c40-b209-038e1651b548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1405DF41-9D96-498B-9EEC-9609697BB2B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f8a4b2e-b0c8-4039-a689-d1a7f36f4382"/>
    <ds:schemaRef ds:uri="f716dd8a-49a0-4c40-b209-038e1651b54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CE51B33-765F-48BE-BF7D-D076854422A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17359</TotalTime>
  <Words>269</Words>
  <Application>Microsoft Office PowerPoint</Application>
  <PresentationFormat>Widescreen</PresentationFormat>
  <Paragraphs>47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Trebuchet MS</vt:lpstr>
      <vt:lpstr>Wingdings 3</vt:lpstr>
      <vt:lpstr>Facet</vt:lpstr>
      <vt:lpstr>IT 140 Design Presentation Template</vt:lpstr>
      <vt:lpstr>Storyboard: Description</vt:lpstr>
      <vt:lpstr>Storyboard: Map</vt:lpstr>
      <vt:lpstr>Pseudocode or Flowchart:  Move Between Rooms</vt:lpstr>
    </vt:vector>
  </TitlesOfParts>
  <Company>SNHU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140 Design Presentation Template</dc:title>
  <dc:creator>Gentile, Amy</dc:creator>
  <cp:lastModifiedBy>what ever</cp:lastModifiedBy>
  <cp:revision>15</cp:revision>
  <dcterms:created xsi:type="dcterms:W3CDTF">2020-07-28T16:50:56Z</dcterms:created>
  <dcterms:modified xsi:type="dcterms:W3CDTF">2025-08-07T22:25:18Z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0x0101003FC679AA94041F4BA4494D199A3447AF</vt:lpwstr>
  </property>
  <property fmtid="{D5CDD505-2E9C-101B-9397-08002B2CF9AE}" pid="3" name="Order">
    <vt:r8>7268800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SourceUrl">
    <vt:lpwstr/>
  </property>
  <property fmtid="{D5CDD505-2E9C-101B-9397-08002B2CF9AE}" pid="7" name="_SharedFileIndex">
    <vt:lpwstr/>
  </property>
  <property fmtid="{D5CDD505-2E9C-101B-9397-08002B2CF9AE}" pid="8" name="ComplianceAssetId">
    <vt:lpwstr/>
  </property>
  <property fmtid="{D5CDD505-2E9C-101B-9397-08002B2CF9AE}" pid="9" name="TemplateUrl">
    <vt:lpwstr/>
  </property>
</Properties>
</file>